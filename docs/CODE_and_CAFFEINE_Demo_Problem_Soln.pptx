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Every year, millions of accounts get hacked - not because of sophisticated attacks, but weak passwords and systems that don't fight back. We're CODE_and_CAFFEINE, and we built a security-first authentication system in pure C++ that does what most beginner projects don't: it actually defends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student projects check a password and stop there. We asked: what happens after a failed login? What if someone forgets their password, or tries to brute-force their way in? Our system handles all three - validation, lockout, and recovery - using nothing but the C++ Standard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validation engine enforces real security rules - passwords must be longer than 10 characters and mix letters, numbers, and special symbols. Something like 123456789 gets rejected instantly. Once a password passes, it is saved to persistent file storage, so credentials survive across sessions, just like a real login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where we go beyond the basics. After three consecutive failed attempts, our system triggers an automatic 60-second lockdown using multithreading - std::this_thread::sleep_for - blocking all login attempts in real time. No brute-forcing your way past our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Forgot your password? Instead of a generic reset, our system calculates a character-by-character accuracy match against your stored password. Score 60 percent or higher, and you are allowed to reset it - smart, forgiving, but still secure. Authenticated users can also update their password anytime through our change-password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exactly how we demo it live. First, we set an initial password, showing a weak one get rejected and a strong one accepted and saved. Second, we deliberately fail login three times to trigger the sixty second thread-based lockout. Third, we test the forgot-password flow with a near-miss guess that matches eighty six percent of the characters, clearing our sixty percent threshold and granting a reset.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treated this like production code, not a throwaway hackathon script. Our gitignore keeps binaries and sensitive files out of version control. We stuck to the standard library only, so it compiles cross-platform with zero dependencies. We kept a clean commit history with configuration templates and documentation, and the repository is actively tracked on origin main under Team CODE_and_CAFFEINE.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features, one language, zero external libraries - just core C++ solving real security problems. From validation to lockout to smart recovery, this is what happens when freshers take security seriously. We are CODE_and_CAFFEINE - thank you!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502920"/>
            <a:ext cx="914400" cy="91440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4416" y="722376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60020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 PASSWORD &amp; LOCKOUT SYSTEM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514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production-minded authentication engine — built with C++17 Standard Library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76856" y="33375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276856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iostream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42816" y="33375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42816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fstream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08776" y="33375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08776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74736" y="33375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74736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chrono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51960" y="507492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3FB95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251960" y="5074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CODE_and_CAFFEINE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Forkathon 2026  |  ForkedArch Freshers Hackathon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Logins Stop at "Right or Wrong". Ours Doesn't.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161B2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SECURITY GAP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233172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4414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331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 hygiene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6334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default to simple passwords vulnerable to dictionary attacks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8680" y="338328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34930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3383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susceptibility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600200" y="36850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rate-limiting lets systems be spammed thousands of times/sec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68680" y="443484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54456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00200" y="4434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recovery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600200" y="47365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resets skip verifying the user actually remembers it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217920" y="137160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161B22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53796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C++ SOLUTION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537960" y="233172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44144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69480" y="2331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policy rules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269480" y="26334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&gt;10 length, alphanumeric mix, and special-character requirements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537960" y="338328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3493008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269480" y="3383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Thread-based lockout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7269480" y="36850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60-second lockdown after 3 consecutive failed attempts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537960" y="443484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4544568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269480" y="4434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fuzzy recovery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7269480" y="47365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character-match evaluation for partial memory verification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1 &amp; 2 — Validation + Persistent Storage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0" cy="3246120"/>
          </a:xfrm>
          <a:prstGeom prst="roundRect">
            <a:avLst>
              <a:gd name="adj" fmla="val 2817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Validation Rule
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(pass.length() &gt; 10 &amp;&amp;
    hasLetter &amp;&amp; hasDigit &amp;&amp;
    hasSymbol("!@#$%^&amp;*")) {
</a:t>
            </a:r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accept();
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
</a:t>
            </a:r>
            <a:pPr indent="0" marL="0">
              <a:buNone/>
            </a:pPr>
            <a:r>
              <a:rPr lang="en-US" sz="13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reject(); // e.g. "123456789"
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70916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493776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50474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4937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instantly: "123456789"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52395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simple, too short, no symbol mix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1234440"/>
            <a:ext cx="5349240" cy="4983480"/>
          </a:xfrm>
          <a:prstGeom prst="roundRect">
            <a:avLst>
              <a:gd name="adj" fmla="val 2202"/>
            </a:avLst>
          </a:prstGeom>
          <a:solidFill>
            <a:srgbClr val="161B2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2940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PERSISTENT CREDENTIAL STORAGE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321040" y="2148840"/>
            <a:ext cx="1097280" cy="109728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442" y="2390242"/>
            <a:ext cx="614477" cy="61447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629400" y="3337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password.txt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629400" y="3977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→  write encrypted/plain entry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4434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→  read + verify on next login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629400" y="4892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N  →  credentials always persist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629400" y="54864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state survives across every run of the program — just like a real system.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3 — Security Lockout Mechanism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914400" cy="91440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6824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423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057400" y="1463040"/>
            <a:ext cx="914400" cy="91440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856" y="168249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874520" y="2423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91840" y="1463040"/>
            <a:ext cx="914400" cy="91440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1682496"/>
            <a:ext cx="475488" cy="47548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108960" y="2423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3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3794760" y="1920240"/>
            <a:ext cx="914400" cy="0"/>
          </a:xfrm>
          <a:prstGeom prst="line">
            <a:avLst/>
          </a:prstGeom>
          <a:noFill/>
          <a:ln w="25400">
            <a:solidFill>
              <a:srgbClr val="F85149"/>
            </a:solidFill>
            <a:prstDash val="solid"/>
            <a:tailEnd type="triangle"/>
          </a:ln>
        </p:spPr>
      </p:sp>
      <p:sp>
        <p:nvSpPr>
          <p:cNvPr id="13" name="Shape 8"/>
          <p:cNvSpPr/>
          <p:nvPr/>
        </p:nvSpPr>
        <p:spPr>
          <a:xfrm>
            <a:off x="5029200" y="1051560"/>
            <a:ext cx="1920240" cy="1920240"/>
          </a:xfrm>
          <a:prstGeom prst="ellipse">
            <a:avLst/>
          </a:prstGeom>
          <a:solidFill>
            <a:srgbClr val="161B22"/>
          </a:solidFill>
          <a:ln w="38100">
            <a:solidFill>
              <a:srgbClr val="F85149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029200" y="1417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60s</a:t>
            </a:r>
            <a:endParaRPr lang="en-US" sz="3400" dirty="0"/>
          </a:p>
        </p:txBody>
      </p:sp>
      <p:sp>
        <p:nvSpPr>
          <p:cNvPr id="15" name="Text 10"/>
          <p:cNvSpPr txBox="1"/>
          <p:nvPr/>
        </p:nvSpPr>
        <p:spPr>
          <a:xfrm>
            <a:off x="502920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LOCKDOWN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949440" y="1920240"/>
            <a:ext cx="822960" cy="0"/>
          </a:xfrm>
          <a:prstGeom prst="line">
            <a:avLst/>
          </a:prstGeom>
          <a:noFill/>
          <a:ln w="25400">
            <a:solidFill>
              <a:srgbClr val="F85149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7863840" y="1463040"/>
            <a:ext cx="914400" cy="91440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1664208"/>
            <a:ext cx="512064" cy="51206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635240" y="2423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Attempts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8640" y="3429000"/>
            <a:ext cx="5532120" cy="2606040"/>
          </a:xfrm>
          <a:prstGeom prst="roundRect">
            <a:avLst>
              <a:gd name="adj" fmla="val 3509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3639312"/>
            <a:ext cx="502920" cy="5029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3739896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17320" y="36393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Multithreaded Timing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16052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(failedAttempts &gt;= 3) {
</a:t>
            </a:r>
            <a:pPr indent="0" marL="0">
              <a:buNone/>
            </a:pPr>
            <a:r>
              <a:rPr lang="en-US" sz="13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lockAccount();
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std::this_thread::sleep_for(
        std::chrono::seconds(60));
</a:t>
            </a:r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resetAttempts();
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309360" y="3429000"/>
            <a:ext cx="5349240" cy="2606040"/>
          </a:xfrm>
          <a:prstGeom prst="roundRect">
            <a:avLst>
              <a:gd name="adj" fmla="val 4211"/>
            </a:avLst>
          </a:prstGeom>
          <a:solidFill>
            <a:srgbClr val="161B22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6629400" y="3657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6629400" y="41148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attacks rely on unlimited guesses. A real 60-second, thread-based delay makes automated password-guessing scripts impractical — no gimmicks, just the C++ standard library.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4 &amp; 5 — Smart Recovery + Password Change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0" cy="4983480"/>
          </a:xfrm>
          <a:prstGeom prst="roundRect">
            <a:avLst>
              <a:gd name="adj" fmla="val 2202"/>
            </a:avLst>
          </a:prstGeom>
          <a:solidFill>
            <a:srgbClr val="161B2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PARTIAL-MATCH RECOVERY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Character-by-character match against the stored password.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guess accuracy: 72%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4846320" cy="320040"/>
          </a:xfrm>
          <a:prstGeom prst="roundRect">
            <a:avLst>
              <a:gd name="adj" fmla="val 17143"/>
            </a:avLst>
          </a:prstGeom>
          <a:solidFill>
            <a:srgbClr val="1C2530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880360"/>
            <a:ext cx="3489350" cy="320040"/>
          </a:xfrm>
          <a:prstGeom prst="roundRect">
            <a:avLst>
              <a:gd name="adj" fmla="val 17143"/>
            </a:avLst>
          </a:prstGeom>
          <a:solidFill>
            <a:srgbClr val="3FB950"/>
          </a:solidFill>
          <a:ln/>
        </p:spPr>
      </p:sp>
      <p:sp>
        <p:nvSpPr>
          <p:cNvPr id="9" name="Shape 7"/>
          <p:cNvSpPr/>
          <p:nvPr/>
        </p:nvSpPr>
        <p:spPr>
          <a:xfrm>
            <a:off x="3776472" y="2788920"/>
            <a:ext cx="0" cy="502920"/>
          </a:xfrm>
          <a:prstGeom prst="line">
            <a:avLst/>
          </a:prstGeom>
          <a:noFill/>
          <a:ln w="19050">
            <a:solidFill>
              <a:srgbClr val="E6EDF3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68680" y="3291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 → Reset allowed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31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guess accuracy: 40%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297680"/>
            <a:ext cx="4846320" cy="320040"/>
          </a:xfrm>
          <a:prstGeom prst="roundRect">
            <a:avLst>
              <a:gd name="adj" fmla="val 17143"/>
            </a:avLst>
          </a:prstGeom>
          <a:solidFill>
            <a:srgbClr val="1C2530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4297680"/>
            <a:ext cx="1938528" cy="320040"/>
          </a:xfrm>
          <a:prstGeom prst="roundRect">
            <a:avLst>
              <a:gd name="adj" fmla="val 17143"/>
            </a:avLst>
          </a:prstGeom>
          <a:solidFill>
            <a:srgbClr val="F85149"/>
          </a:solidFill>
          <a:ln/>
        </p:spPr>
      </p:sp>
      <p:sp>
        <p:nvSpPr>
          <p:cNvPr id="14" name="Shape 12"/>
          <p:cNvSpPr/>
          <p:nvPr/>
        </p:nvSpPr>
        <p:spPr>
          <a:xfrm>
            <a:off x="3776472" y="4206240"/>
            <a:ext cx="0" cy="502920"/>
          </a:xfrm>
          <a:prstGeom prst="line">
            <a:avLst/>
          </a:prstGeom>
          <a:noFill/>
          <a:ln w="19050">
            <a:solidFill>
              <a:srgbClr val="E6EDF3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68680" y="4709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60% → Reset denied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73552" y="22128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threshold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394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Forgiving enough for real typos, strict enough to stop guessers.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1234440"/>
            <a:ext cx="5349240" cy="4983480"/>
          </a:xfrm>
          <a:prstGeom prst="roundRect">
            <a:avLst>
              <a:gd name="adj" fmla="val 2202"/>
            </a:avLst>
          </a:prstGeom>
          <a:solidFill>
            <a:srgbClr val="161B2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PASSWORD FLOW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29400" y="2148840"/>
            <a:ext cx="594360" cy="59436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2" y="2267712"/>
            <a:ext cx="356616" cy="35661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406640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406640" y="24505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 successfully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922008" y="2788920"/>
            <a:ext cx="0" cy="50292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29400" y="3383280"/>
            <a:ext cx="594360" cy="59436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3502152"/>
            <a:ext cx="356616" cy="356616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406640" y="3383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new password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7406640" y="36850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through the same validation rules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922008" y="4023360"/>
            <a:ext cx="0" cy="50292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629400" y="4617720"/>
            <a:ext cx="594360" cy="59436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4736592"/>
            <a:ext cx="356616" cy="356616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406640" y="4617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file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7406640" y="49194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password.txt overwritten securely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Terminal Walkthrough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demo script we run for judges — real inputs, real output.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4617720"/>
          </a:xfrm>
          <a:prstGeom prst="roundRect">
            <a:avLst>
              <a:gd name="adj" fmla="val 2532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379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37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— Set Initial Password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3063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./main.exe
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Enter password: 123
</a:t>
            </a:r>
            <a:pPr indent="0" marL="0">
              <a:buNone/>
            </a:pPr>
            <a:r>
              <a:rPr lang="en-US" sz="12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Rejected — too short, no symbol
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Enter password: Secret#2026Pass
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Saved to password.txt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508760"/>
            <a:ext cx="3611880" cy="4617720"/>
          </a:xfrm>
          <a:prstGeom prst="roundRect">
            <a:avLst>
              <a:gd name="adj" fmla="val 2532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1737360"/>
            <a:ext cx="502920" cy="5029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8379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737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— Trigger Lockout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2468880"/>
            <a:ext cx="3063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Select: Login
</a:t>
            </a:r>
            <a:pPr indent="0" marL="0">
              <a:buNone/>
            </a:pPr>
            <a:r>
              <a:rPr lang="en-US" sz="12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Attempt 1/3 failed
</a:t>
            </a:r>
            <a:pPr indent="0" marL="0">
              <a:buNone/>
            </a:pPr>
            <a:r>
              <a:rPr lang="en-US" sz="12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Attempt 2/3 failed
</a:t>
            </a:r>
            <a:pPr indent="0" marL="0">
              <a:buNone/>
            </a:pPr>
            <a:r>
              <a:rPr lang="en-US" sz="12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Attempt 3/3 failed
</a:t>
            </a:r>
            <a:pPr indent="0" marL="0">
              <a:buNone/>
            </a:pPr>
            <a:r>
              <a:rPr lang="en-US" sz="12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🔒 Locked for 60s (sleep_for)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508760"/>
            <a:ext cx="3611880" cy="4617720"/>
          </a:xfrm>
          <a:prstGeom prst="roundRect">
            <a:avLst>
              <a:gd name="adj" fmla="val 2532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58200" y="1737360"/>
            <a:ext cx="502920" cy="5029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183794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98280" y="1737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— Test 60% Recovery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2468880"/>
            <a:ext cx="3063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Select: Forgot Password
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Enter guess: Secret#2026Pxx
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Match: 13/15 chars → 86%
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86% ≥ 60% threshold
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Password Reset Granted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Architecture &amp; Best Practices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just make it work — we made it maintainable.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8308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.gitignore management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files (main.exe, *.o, *.obj) and sensitive text files are explicitly excluded from version control.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9110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78308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 structure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4688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C++ STL only — lightweight, cross-platform compilation with zero third-party bloat.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89120"/>
            <a:ext cx="640080" cy="64008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51713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3891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setup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0749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commit history, configuration templates (.env.example / config.h), and full documentation.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411480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389120"/>
            <a:ext cx="640080" cy="64008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451713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3891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hackathon repository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46520" y="50749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pushed and tracking origin/main under Team CODE_and_CAFFEINE.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Features. One Language. Zero External Libraries.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97280" y="1600200"/>
            <a:ext cx="457200" cy="45720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1682496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1600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Password Validation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97280" y="2240280"/>
            <a:ext cx="457200" cy="45720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2322576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Credential Storage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097280" y="2880360"/>
            <a:ext cx="457200" cy="45720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296265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8308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3-Strike Security Lockout (60s)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097280" y="3520440"/>
            <a:ext cx="457200" cy="45720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3602736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78308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Recovery (≥60% Match)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1097280" y="4160520"/>
            <a:ext cx="457200" cy="45720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4242816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78308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Password Change Flow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9235440" y="1691640"/>
            <a:ext cx="2103120" cy="210312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2251" y="2238451"/>
            <a:ext cx="1009498" cy="100949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778240" y="3977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 LIBRARY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/>
        </p:spPr>
      </p:sp>
      <p:sp>
        <p:nvSpPr>
          <p:cNvPr id="22" name="Text 14"/>
          <p:cNvSpPr txBox="1"/>
          <p:nvPr/>
        </p:nvSpPr>
        <p:spPr>
          <a:xfrm>
            <a:off x="822960" y="523036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CODE_and_CAFFEINE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822960" y="5650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Password &amp; Lockout System  •  Forkathon 2026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6400800" y="5349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"Built with C++. Secured by design."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2026-09-09T15:15:34Z</dcterms:created>
  <dcterms:modified xsi:type="dcterms:W3CDTF">2026-09-09T15:15:34Z</dcterms:modified>
</cp:coreProperties>
</file>