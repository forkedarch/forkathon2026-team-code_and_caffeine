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instant-launch-link--marufrahmancode.replit.app/" TargetMode="Externa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486400" cy="54864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640080"/>
            <a:ext cx="3657600" cy="3657600"/>
          </a:xfrm>
          <a:prstGeom prst="ellipse">
            <a:avLst/>
          </a:prstGeom>
          <a:solidFill>
            <a:srgbClr val="9FD8CB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4754880"/>
            <a:ext cx="3840480" cy="384048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FORKEDARCH FRESHERS HACKATHON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CampusPulse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063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inbox for everything that matters on campus.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822960" y="39776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0" descr="/home/claude/icons/be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661" y="4051341"/>
            <a:ext cx="419527" cy="41952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3977640"/>
            <a:ext cx="7863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Targeted, role-aware announcements — delivered live, with proof they were seen.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59893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CODE_and_CAFFEINE  •  KUET CSE, Batch 2K25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6291072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Maksudur Rahman  •  Zawad Ibrahim  •  Maruf Rahman  •  Sheikh Rahatul Islam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Important updates get lost in the noise.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346704" cy="35661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317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/home/claude/icons/bullhor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721" y="2432761"/>
            <a:ext cx="575158" cy="5751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337560"/>
            <a:ext cx="2706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channels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3840480"/>
            <a:ext cx="270662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chats, notice boards, emails, word-of-mouth — the same notice repeated everywhere, or nowhere the right people look.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169664" y="1965960"/>
            <a:ext cx="3346704" cy="35661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89704" y="23317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/home/claude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745" y="2432761"/>
            <a:ext cx="575158" cy="57515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89704" y="3337560"/>
            <a:ext cx="2706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deadlines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489704" y="3840480"/>
            <a:ext cx="270662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changes, exam schedules, and club registrations pass unnoticed because they were buried under fifty unrelated messages.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790688" y="1965960"/>
            <a:ext cx="3346704" cy="35661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9AA5B1">
                <a:alpha val="3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10728" y="23317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/home/claude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1769" y="2432761"/>
            <a:ext cx="575158" cy="57515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10728" y="3337560"/>
            <a:ext cx="27066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communities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110728" y="3840480"/>
            <a:ext cx="270662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student sits inside a department, batch, section, hall, and club at once — each broadcasting on its own, none of them coordinated.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548640" y="58064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gap isn’t communication — it’s relevance.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relevance a first-class feature, not an afterthought.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icons/lightbul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625" y="2072945"/>
            <a:ext cx="608990" cy="6089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965960"/>
            <a:ext cx="9784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CampusPulse matches structured announcements against structured user profiles — before a notice is ever shown or pushed.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3246120"/>
            <a:ext cx="2514600" cy="2788920"/>
          </a:xfrm>
          <a:prstGeom prst="roundRect">
            <a:avLst>
              <a:gd name="adj" fmla="val 3636"/>
            </a:avLst>
          </a:prstGeom>
          <a:solidFill>
            <a:srgbClr val="065A82"/>
          </a:solidFill>
          <a:ln/>
        </p:spPr>
      </p:sp>
      <p:sp>
        <p:nvSpPr>
          <p:cNvPr id="8" name="Shape 5"/>
          <p:cNvSpPr/>
          <p:nvPr/>
        </p:nvSpPr>
        <p:spPr>
          <a:xfrm>
            <a:off x="1440180" y="35661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/home/claude/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5278" y="3661258"/>
            <a:ext cx="541325" cy="5413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44805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input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731520" y="49377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 carry audience, category &amp; urgency — not free text.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 rot="5400000">
            <a:off x="3090672" y="4480560"/>
            <a:ext cx="128016" cy="146304"/>
          </a:xfrm>
          <a:prstGeom prst="triangle">
            <a:avLst/>
          </a:prstGeom>
          <a:solidFill>
            <a:srgbClr val="9FD8CB"/>
          </a:solidFill>
          <a:ln/>
        </p:spPr>
      </p:sp>
      <p:sp>
        <p:nvSpPr>
          <p:cNvPr id="13" name="Shape 9"/>
          <p:cNvSpPr/>
          <p:nvPr/>
        </p:nvSpPr>
        <p:spPr>
          <a:xfrm>
            <a:off x="3246120" y="3246120"/>
            <a:ext cx="2514600" cy="2788920"/>
          </a:xfrm>
          <a:prstGeom prst="roundRect">
            <a:avLst>
              <a:gd name="adj" fmla="val 3636"/>
            </a:avLst>
          </a:prstGeom>
          <a:solidFill>
            <a:srgbClr val="065A82"/>
          </a:solidFill>
          <a:ln/>
        </p:spPr>
      </p:sp>
      <p:sp>
        <p:nvSpPr>
          <p:cNvPr id="14" name="Shape 10"/>
          <p:cNvSpPr/>
          <p:nvPr/>
        </p:nvSpPr>
        <p:spPr>
          <a:xfrm>
            <a:off x="4137660" y="35661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/home/claude/icons/syn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2758" y="3661258"/>
            <a:ext cx="541325" cy="5413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429000" y="44805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Two-layer match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3429000" y="49377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match + opted-in category, checked per user.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 rot="5400000">
            <a:off x="5788152" y="4480560"/>
            <a:ext cx="128016" cy="146304"/>
          </a:xfrm>
          <a:prstGeom prst="triangle">
            <a:avLst/>
          </a:prstGeom>
          <a:solidFill>
            <a:srgbClr val="9FD8CB"/>
          </a:solidFill>
          <a:ln/>
        </p:spPr>
      </p:sp>
      <p:sp>
        <p:nvSpPr>
          <p:cNvPr id="19" name="Shape 14"/>
          <p:cNvSpPr/>
          <p:nvPr/>
        </p:nvSpPr>
        <p:spPr>
          <a:xfrm>
            <a:off x="5943600" y="3246120"/>
            <a:ext cx="2514600" cy="2788920"/>
          </a:xfrm>
          <a:prstGeom prst="roundRect">
            <a:avLst>
              <a:gd name="adj" fmla="val 3636"/>
            </a:avLst>
          </a:prstGeom>
          <a:solidFill>
            <a:srgbClr val="065A82"/>
          </a:solidFill>
          <a:ln/>
        </p:spPr>
      </p:sp>
      <p:sp>
        <p:nvSpPr>
          <p:cNvPr id="20" name="Shape 15"/>
          <p:cNvSpPr/>
          <p:nvPr/>
        </p:nvSpPr>
        <p:spPr>
          <a:xfrm>
            <a:off x="6835140" y="35661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icons/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0238" y="3661258"/>
            <a:ext cx="541325" cy="5413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26480" y="44805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push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126480" y="49377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instantly over WebSocket + Web Push.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 rot="5400000">
            <a:off x="8485632" y="4480560"/>
            <a:ext cx="128016" cy="146304"/>
          </a:xfrm>
          <a:prstGeom prst="triangle">
            <a:avLst/>
          </a:prstGeom>
          <a:solidFill>
            <a:srgbClr val="9FD8CB"/>
          </a:solidFill>
          <a:ln/>
        </p:spPr>
      </p:sp>
      <p:sp>
        <p:nvSpPr>
          <p:cNvPr id="25" name="Shape 19"/>
          <p:cNvSpPr/>
          <p:nvPr/>
        </p:nvSpPr>
        <p:spPr>
          <a:xfrm>
            <a:off x="8641080" y="3246120"/>
            <a:ext cx="2514600" cy="2788920"/>
          </a:xfrm>
          <a:prstGeom prst="roundRect">
            <a:avLst>
              <a:gd name="adj" fmla="val 3636"/>
            </a:avLst>
          </a:prstGeom>
          <a:solidFill>
            <a:srgbClr val="065A82"/>
          </a:solidFill>
          <a:ln/>
        </p:spPr>
      </p:sp>
      <p:sp>
        <p:nvSpPr>
          <p:cNvPr id="26" name="Shape 20"/>
          <p:cNvSpPr/>
          <p:nvPr/>
        </p:nvSpPr>
        <p:spPr>
          <a:xfrm>
            <a:off x="9532620" y="35661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7" name="Image 4" descr="/home/claude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7718" y="3661258"/>
            <a:ext cx="541325" cy="54132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823960" y="4480560"/>
            <a:ext cx="2148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reach</a:t>
            </a:r>
            <a:endParaRPr lang="en-US" sz="1450" dirty="0"/>
          </a:p>
        </p:txBody>
      </p:sp>
      <p:sp>
        <p:nvSpPr>
          <p:cNvPr id="29" name="Text 22"/>
          <p:cNvSpPr/>
          <p:nvPr/>
        </p:nvSpPr>
        <p:spPr>
          <a:xfrm>
            <a:off x="8823960" y="4937760"/>
            <a:ext cx="2148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Acknowledgment counters confirm it was actually seen.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features, one goal: only what’s relevant, delivered so it can’t be missed.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2432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0756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" y="2135124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2039112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Role-Aware Accounts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49808" y="2624328"/>
            <a:ext cx="22219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captures dept, batch, section, hall &amp; clubs — every field becomes a targeting filter.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19272" y="1874520"/>
            <a:ext cx="262432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20756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/home/claude/icons/be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9876" y="2135124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96512" y="2039112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Preferences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520440" y="2624328"/>
            <a:ext cx="22219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 into academics, clubs, admin, hall or community — tune a noise filter to match.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89904" y="1874520"/>
            <a:ext cx="262432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91072" y="20756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/home/claude/icons/bullhor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508" y="2135124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67144" y="2039112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Broadcasts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291072" y="2624328"/>
            <a:ext cx="22219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CRs &amp; faculty publish via a form: urgency, category, audience, TL;DR, and scheduling.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860536" y="1874520"/>
            <a:ext cx="262432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061704" y="20756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/home/claude/icons/syn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21140" y="2135124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637776" y="2039112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Matching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9061704" y="2624328"/>
            <a:ext cx="22219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notice passes three checks — audience, category, noise filter — before reaching anyone.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3931920"/>
            <a:ext cx="262432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49808" y="41330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/home/claude/icons/bol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" y="4192524"/>
            <a:ext cx="338328" cy="33832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4096512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Delivery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749808" y="4681728"/>
            <a:ext cx="22219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push with a flash banner + chime for critical, time-sensitive alerts.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3319272" y="3931920"/>
            <a:ext cx="262432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3520440" y="41330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1" name="Image 5" descr="/home/claude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9876" y="4192524"/>
            <a:ext cx="338328" cy="33832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096512" y="4096512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Acknowledgment Proof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520440" y="4681728"/>
            <a:ext cx="22219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live, ticking counter shows publishers exactly who has actually seen a notice.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089904" y="3931920"/>
            <a:ext cx="262432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291072" y="41330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6" descr="/home/claude/icons/calend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50508" y="4192524"/>
            <a:ext cx="338328" cy="33832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6867144" y="4096512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Bookmarks + .ics Export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6291072" y="4681728"/>
            <a:ext cx="22219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notices for later; export deadlines straight into any calendar app.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8860536" y="3931920"/>
            <a:ext cx="2624328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9061704" y="413308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1" name="Image 7" descr="/home/claude/icons/layer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21140" y="4192524"/>
            <a:ext cx="338328" cy="338328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9637776" y="4096512"/>
            <a:ext cx="166420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Digest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9061704" y="4681728"/>
            <a:ext cx="22219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 personalized summary — the safety net for anything missed live.</a:t>
            </a:r>
            <a:endParaRPr lang="en-US" sz="1000" dirty="0"/>
          </a:p>
        </p:txBody>
      </p:sp>
      <p:sp>
        <p:nvSpPr>
          <p:cNvPr id="44" name="Text 34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click to a live, acknowledged notice.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0756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52728" y="2468880"/>
            <a:ext cx="676656" cy="67665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/home/claude/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0693" y="2556845"/>
            <a:ext cx="500725" cy="5007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333756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&amp; Session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85800" y="3840480"/>
            <a:ext cx="181051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serves the static frontend; session cookies (Werkzeug-hashed) handle auth — no separate auth service.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 rot="5400000">
            <a:off x="2633472" y="2724912"/>
            <a:ext cx="109728" cy="128016"/>
          </a:xfrm>
          <a:prstGeom prst="triangle">
            <a:avLst/>
          </a:prstGeom>
          <a:solidFill>
            <a:srgbClr val="9FD8CB"/>
          </a:solidFill>
          <a:ln/>
        </p:spPr>
      </p:sp>
      <p:sp>
        <p:nvSpPr>
          <p:cNvPr id="11" name="Shape 8"/>
          <p:cNvSpPr/>
          <p:nvPr/>
        </p:nvSpPr>
        <p:spPr>
          <a:xfrm>
            <a:off x="2743200" y="196596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2880360" y="20756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447288" y="2468880"/>
            <a:ext cx="676656" cy="67665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/home/claude/icons/bullho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253" y="2556845"/>
            <a:ext cx="500725" cy="5007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80360" y="333756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880360" y="3840480"/>
            <a:ext cx="181051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CR/faculty submits the Broadcast form → POST /api/announcements inserts the row.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 rot="5400000">
            <a:off x="4828032" y="2724912"/>
            <a:ext cx="109728" cy="128016"/>
          </a:xfrm>
          <a:prstGeom prst="triangle">
            <a:avLst/>
          </a:prstGeom>
          <a:solidFill>
            <a:srgbClr val="9FD8CB"/>
          </a:solidFill>
          <a:ln/>
        </p:spPr>
      </p:sp>
      <p:sp>
        <p:nvSpPr>
          <p:cNvPr id="18" name="Shape 14"/>
          <p:cNvSpPr/>
          <p:nvPr/>
        </p:nvSpPr>
        <p:spPr>
          <a:xfrm>
            <a:off x="4937760" y="196596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065A82"/>
          </a:solidFill>
          <a:ln/>
        </p:spPr>
      </p:sp>
      <p:sp>
        <p:nvSpPr>
          <p:cNvPr id="19" name="Text 15"/>
          <p:cNvSpPr/>
          <p:nvPr/>
        </p:nvSpPr>
        <p:spPr>
          <a:xfrm>
            <a:off x="5074920" y="20756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5641848" y="2468880"/>
            <a:ext cx="676656" cy="67665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2" descr="/home/claude/icons/syn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813" y="2556845"/>
            <a:ext cx="500725" cy="50072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074920" y="333756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5074920" y="3840480"/>
            <a:ext cx="181051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checks every user’s dept/batch/section/hall/club, category opt-in, and noise filter.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 rot="5400000">
            <a:off x="7022592" y="2724912"/>
            <a:ext cx="109728" cy="128016"/>
          </a:xfrm>
          <a:prstGeom prst="triangle">
            <a:avLst/>
          </a:prstGeom>
          <a:solidFill>
            <a:srgbClr val="9FD8CB"/>
          </a:solidFill>
          <a:ln/>
        </p:spPr>
      </p:sp>
      <p:sp>
        <p:nvSpPr>
          <p:cNvPr id="25" name="Shape 20"/>
          <p:cNvSpPr/>
          <p:nvPr/>
        </p:nvSpPr>
        <p:spPr>
          <a:xfrm>
            <a:off x="7132320" y="196596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065A82"/>
          </a:solidFill>
          <a:ln/>
        </p:spPr>
      </p:sp>
      <p:sp>
        <p:nvSpPr>
          <p:cNvPr id="26" name="Text 21"/>
          <p:cNvSpPr/>
          <p:nvPr/>
        </p:nvSpPr>
        <p:spPr>
          <a:xfrm>
            <a:off x="7269480" y="20756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7836408" y="2468880"/>
            <a:ext cx="676656" cy="67665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3" descr="/home/claude/icons/bol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373" y="2556845"/>
            <a:ext cx="500725" cy="50072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269480" y="333756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7269480" y="3840480"/>
            <a:ext cx="181051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flask-sock broadcasts over WebSocket; pywebpush fires Web Push for closed tabs via sw.js.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 rot="5400000">
            <a:off x="9217152" y="2724912"/>
            <a:ext cx="109728" cy="128016"/>
          </a:xfrm>
          <a:prstGeom prst="triangle">
            <a:avLst/>
          </a:prstGeom>
          <a:solidFill>
            <a:srgbClr val="9FD8CB"/>
          </a:solidFill>
          <a:ln/>
        </p:spPr>
      </p:sp>
      <p:sp>
        <p:nvSpPr>
          <p:cNvPr id="32" name="Shape 26"/>
          <p:cNvSpPr/>
          <p:nvPr/>
        </p:nvSpPr>
        <p:spPr>
          <a:xfrm>
            <a:off x="9326880" y="1965960"/>
            <a:ext cx="2084832" cy="3566160"/>
          </a:xfrm>
          <a:prstGeom prst="roundRect">
            <a:avLst>
              <a:gd name="adj" fmla="val 4386"/>
            </a:avLst>
          </a:prstGeom>
          <a:solidFill>
            <a:srgbClr val="065A82"/>
          </a:solidFill>
          <a:ln/>
        </p:spPr>
      </p:sp>
      <p:sp>
        <p:nvSpPr>
          <p:cNvPr id="33" name="Text 27"/>
          <p:cNvSpPr/>
          <p:nvPr/>
        </p:nvSpPr>
        <p:spPr>
          <a:xfrm>
            <a:off x="9464040" y="2075688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Shape 28"/>
          <p:cNvSpPr/>
          <p:nvPr/>
        </p:nvSpPr>
        <p:spPr>
          <a:xfrm>
            <a:off x="10030968" y="2468880"/>
            <a:ext cx="676656" cy="67665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5" name="Image 4" descr="/home/claude/icons/databas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8933" y="2556845"/>
            <a:ext cx="500725" cy="500725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9464040" y="3337560"/>
            <a:ext cx="1810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&amp; Prove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9464040" y="3840480"/>
            <a:ext cx="1810512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records the notice; acknowledgments/bookmarks feed the live counter and digest.</a:t>
            </a:r>
            <a:endParaRPr lang="en-US" sz="1000" dirty="0"/>
          </a:p>
        </p:txBody>
      </p:sp>
      <p:sp>
        <p:nvSpPr>
          <p:cNvPr id="38" name="Text 3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Flask app, one SQLite file, zero build step.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9202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(public/ — HTML/CSS/JS)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 rot="10800000">
            <a:off x="1901952" y="2825496"/>
            <a:ext cx="128016" cy="146304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306324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0632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app.py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WebSocket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 rot="10800000">
            <a:off x="1901952" y="3968496"/>
            <a:ext cx="128016" cy="146304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420624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420624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Logic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(dept/batch/section/hall/club, urgency, topic)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 rot="10800000">
            <a:off x="1901952" y="5111496"/>
            <a:ext cx="128016" cy="146304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5349240"/>
            <a:ext cx="2834640" cy="777240"/>
          </a:xfrm>
          <a:prstGeom prst="roundRect">
            <a:avLst>
              <a:gd name="adj" fmla="val 9412"/>
            </a:avLst>
          </a:prstGeom>
          <a:solidFill>
            <a:srgbClr val="21295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534924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campuspulse.sqlite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977640" y="2377440"/>
            <a:ext cx="3108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2514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sw.js (Service Worker)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160520" y="288036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independently in the browser background so Web Push notifications arrive even when the tab is closed.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406640" y="2377440"/>
            <a:ext cx="41605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251460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pywebpush + VAPID keys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589520" y="2880360"/>
            <a:ext cx="3794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and sends Web Push payloads to subscribed browsers as soon as an announcement is created.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977640" y="3931920"/>
            <a:ext cx="758952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4069080"/>
            <a:ext cx="722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data tables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51960" y="45262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0" y="452628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+ dept/batch/section/hall/clubs + preferences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51960" y="491032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0" y="4910328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content, category, urgency, target audience, schedule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51960" y="529437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acknowledgments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943600" y="5294376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has confirmed seeing which notice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251960" y="5678424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943600" y="5678424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notices per user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deliberately simple, explainable stack.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450" y="227777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671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600200" y="2423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API, matching logic &amp; WebSocket host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196596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11" name="Shape 8"/>
          <p:cNvSpPr/>
          <p:nvPr/>
        </p:nvSpPr>
        <p:spPr>
          <a:xfrm>
            <a:off x="452628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/home/claude/icons/bol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9490" y="2277770"/>
            <a:ext cx="473659" cy="47365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21671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5349240" y="2423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flask-sock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526280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Broadcasts new notices instantly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046720" y="196596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17" name="Shape 13"/>
          <p:cNvSpPr/>
          <p:nvPr/>
        </p:nvSpPr>
        <p:spPr>
          <a:xfrm>
            <a:off x="8275320" y="219456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2" descr="/home/claude/icons/be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8530" y="2277770"/>
            <a:ext cx="473659" cy="47365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98280" y="216712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9098280" y="24231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pywebpush + VAPID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275320" y="30175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users with the tab closed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548640" y="374904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23" name="Shape 18"/>
          <p:cNvSpPr/>
          <p:nvPr/>
        </p:nvSpPr>
        <p:spPr>
          <a:xfrm>
            <a:off x="777240" y="39776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3" descr="/home/claude/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0450" y="4060850"/>
            <a:ext cx="473659" cy="473659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00200" y="39502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1600200" y="4206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77240" y="4800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store, auto-seeded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297680" y="374904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29" name="Shape 23"/>
          <p:cNvSpPr/>
          <p:nvPr/>
        </p:nvSpPr>
        <p:spPr>
          <a:xfrm>
            <a:off x="4526280" y="39776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0" name="Image 4" descr="/home/claude/icons/lay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9490" y="4060850"/>
            <a:ext cx="473659" cy="473659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49240" y="39502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5349240" y="4206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/ CSS / JS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4526280" y="4800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 step — runs directly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8046720" y="374904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065A82"/>
          </a:solidFill>
          <a:ln/>
        </p:spPr>
      </p:sp>
      <p:sp>
        <p:nvSpPr>
          <p:cNvPr id="35" name="Shape 28"/>
          <p:cNvSpPr/>
          <p:nvPr/>
        </p:nvSpPr>
        <p:spPr>
          <a:xfrm>
            <a:off x="8275320" y="39776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6" name="Image 5" descr="/home/claude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8530" y="4060850"/>
            <a:ext cx="473659" cy="473659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098280" y="39502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9098280" y="42062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cookies</a:t>
            </a:r>
            <a:endParaRPr lang="en-US" sz="1500" dirty="0"/>
          </a:p>
        </p:txBody>
      </p:sp>
      <p:sp>
        <p:nvSpPr>
          <p:cNvPr id="39" name="Text 31"/>
          <p:cNvSpPr/>
          <p:nvPr/>
        </p:nvSpPr>
        <p:spPr>
          <a:xfrm>
            <a:off x="8275320" y="48006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Werkzeug password hashing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USAGE — TRANSPARENCY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F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helped us build faster. We can explain every part of it.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5" name="Image 0" descr="/home/claude/icons/rob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681" y="197556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20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508760" y="22677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assistant used during this hackathon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48640" y="288036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2296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was used for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36118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Initial Flask &amp; frontend boilerplate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22960" y="417880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Debugging WebSocket + Web Push integration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22960" y="474573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Suggesting the relevance-matching approach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22960" y="531266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Drafting the README structure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035040" y="2880360"/>
            <a:ext cx="512064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9AA5B1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30936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contribution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309360" y="36118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Problem understanding &amp; data model design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309360" y="417880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Architecture and feature-scope decisions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309360" y="4745736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Integrating WebSocket, Web Push &amp; SQLite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309360" y="5312664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Testing, verification &amp; manual fixes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48640" y="62179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member can explain what the project does, why this stack was chosen, and which parts were AI-assisted vs. personally implemented.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next, and what we’re upfront about.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303520" cy="4023360"/>
          </a:xfrm>
          <a:prstGeom prst="roundRect">
            <a:avLst>
              <a:gd name="adj" fmla="val 2273"/>
            </a:avLst>
          </a:prstGeom>
          <a:solidFill>
            <a:srgbClr val="065A8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4028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/home/claude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227" y="2317547"/>
            <a:ext cx="439826" cy="43982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2860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306324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automated test suite yet — tested manually end-to-end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868680" y="3721608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Relevance matching runs per-request, not cached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868680" y="4379976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SQLite: fine for one campus, not multi-server scale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868680" y="5038344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Roles (CR/faculty) are self-declared at signup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126480" y="1965960"/>
            <a:ext cx="5486400" cy="4023360"/>
          </a:xfrm>
          <a:prstGeom prst="roundRect">
            <a:avLst>
              <a:gd name="adj" fmla="val 2273"/>
            </a:avLst>
          </a:prstGeom>
          <a:solidFill>
            <a:srgbClr val="1C7293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0" y="224028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4" name="Image 1" descr="/home/claude/icons/roc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8067" y="2317547"/>
            <a:ext cx="439826" cy="43982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32320" y="2286000"/>
            <a:ext cx="4297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6446520" y="3063240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Move to PostgreSQL for multi-instance deployment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446520" y="3630168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automated unit + integration tests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46520" y="4197096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Verify CR/faculty roles against university systems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6446520" y="4764024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email/SMS fallback for critical alerts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6446520" y="5330952"/>
            <a:ext cx="493776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Cache per-user feeds; add publisher analytics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5029200" cy="50292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4114800"/>
            <a:ext cx="4572000" cy="4572000"/>
          </a:xfrm>
          <a:prstGeom prst="ellipse">
            <a:avLst/>
          </a:prstGeom>
          <a:solidFill>
            <a:srgbClr val="065A82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66360" y="118872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" name="Image 0" descr="/home/claude/icons/pl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85232" y="130759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33172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See it live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48640" y="3108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Demo Login to explore CampusPulse instantly — no signup required.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023360" y="3794760"/>
            <a:ext cx="4114800" cy="54864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4023360" y="37947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instant-launch-link--marufrahmancode.replit.app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Team CODE_and_CAFFEINE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48640" y="6382512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github.com/maksudurr173 · github.com/Zawad-2007 · github.com/maruf-codes33 · github.com/RISami29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2026-09-11T03:17:29Z</dcterms:created>
  <dcterms:modified xsi:type="dcterms:W3CDTF">2026-09-11T03:17:29Z</dcterms:modified>
</cp:coreProperties>
</file>